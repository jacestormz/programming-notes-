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63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5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28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1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4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0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5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7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5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2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0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8289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36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86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94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75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8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7C3DCBE-7073-4A62-9C82-AA9BE376612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3846C-D986-4FCA-9964-2A48F0CC8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05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4630-CC78-A9F4-4AD5-9A65791FE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Drinks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8AFFB-F6CD-A7D9-D1F9-131F30CBC9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Web application of drinks</a:t>
            </a:r>
          </a:p>
        </p:txBody>
      </p:sp>
    </p:spTree>
    <p:extLst>
      <p:ext uri="{BB962C8B-B14F-4D97-AF65-F5344CB8AC3E}">
        <p14:creationId xmlns:p14="http://schemas.microsoft.com/office/powerpoint/2010/main" val="272803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E5AC-153E-3E14-4892-5568EAB4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Organic Drinks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78E8A-5DB5-29AB-039E-E6B019A4A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Fresh from the farm</a:t>
            </a:r>
          </a:p>
          <a:p>
            <a:r>
              <a:rPr lang="en-US" sz="3600" dirty="0"/>
              <a:t>No </a:t>
            </a:r>
            <a:r>
              <a:rPr lang="en-US" sz="3600" dirty="0" err="1"/>
              <a:t>pestiside</a:t>
            </a:r>
            <a:endParaRPr lang="en-US" sz="3600" dirty="0"/>
          </a:p>
          <a:p>
            <a:r>
              <a:rPr lang="en-US" sz="3600" dirty="0"/>
              <a:t>No GM</a:t>
            </a:r>
          </a:p>
          <a:p>
            <a:r>
              <a:rPr lang="en-US" sz="3600" dirty="0"/>
              <a:t>No </a:t>
            </a:r>
            <a:r>
              <a:rPr lang="en-US" sz="3600" dirty="0" err="1"/>
              <a:t>Presevitives</a:t>
            </a:r>
            <a:endParaRPr lang="en-US" sz="3600" dirty="0"/>
          </a:p>
          <a:p>
            <a:r>
              <a:rPr lang="en-US" sz="3600" dirty="0"/>
              <a:t>No other added ingredients</a:t>
            </a:r>
          </a:p>
        </p:txBody>
      </p:sp>
    </p:spTree>
    <p:extLst>
      <p:ext uri="{BB962C8B-B14F-4D97-AF65-F5344CB8AC3E}">
        <p14:creationId xmlns:p14="http://schemas.microsoft.com/office/powerpoint/2010/main" val="421056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8F42-2EBB-7A6C-D853-55E540DC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offer	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884A-D16A-1D1A-6509-D5A081ED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Orange </a:t>
            </a:r>
          </a:p>
          <a:p>
            <a:r>
              <a:rPr lang="en-US" dirty="0"/>
              <a:t>Apple</a:t>
            </a:r>
          </a:p>
          <a:p>
            <a:r>
              <a:rPr lang="en-US" dirty="0"/>
              <a:t>Grape</a:t>
            </a:r>
          </a:p>
          <a:p>
            <a:r>
              <a:rPr lang="en-US" dirty="0" err="1"/>
              <a:t>Pinaple</a:t>
            </a:r>
            <a:endParaRPr lang="en-US" dirty="0"/>
          </a:p>
          <a:p>
            <a:r>
              <a:rPr lang="en-US" dirty="0"/>
              <a:t>Coconut</a:t>
            </a:r>
          </a:p>
          <a:p>
            <a:r>
              <a:rPr lang="en-US" dirty="0"/>
              <a:t>Sugar Cane</a:t>
            </a:r>
          </a:p>
          <a:p>
            <a:r>
              <a:rPr lang="en-US" dirty="0"/>
              <a:t>Banana</a:t>
            </a:r>
          </a:p>
          <a:p>
            <a:r>
              <a:rPr lang="en-US" dirty="0" err="1"/>
              <a:t>Pomogranit</a:t>
            </a:r>
            <a:endParaRPr lang="en-US" dirty="0"/>
          </a:p>
          <a:p>
            <a:r>
              <a:rPr lang="en-US" dirty="0"/>
              <a:t>Strawberry</a:t>
            </a:r>
          </a:p>
        </p:txBody>
      </p:sp>
    </p:spTree>
    <p:extLst>
      <p:ext uri="{BB962C8B-B14F-4D97-AF65-F5344CB8AC3E}">
        <p14:creationId xmlns:p14="http://schemas.microsoft.com/office/powerpoint/2010/main" val="655427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EC5A-C483-197F-AE9A-16FE73BD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65B3-0FA2-DD00-FE5B-90AF643CC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best brand as well as unique brands</a:t>
            </a:r>
          </a:p>
          <a:p>
            <a:r>
              <a:rPr lang="en-US" dirty="0"/>
              <a:t>Unique Drinks but popular with customers</a:t>
            </a:r>
          </a:p>
          <a:p>
            <a:r>
              <a:rPr lang="en-US" dirty="0"/>
              <a:t>Memorable drinks for our customers</a:t>
            </a:r>
          </a:p>
          <a:p>
            <a:r>
              <a:rPr lang="en-US" dirty="0"/>
              <a:t>Companies from big companies as well as family owned to international brands</a:t>
            </a:r>
          </a:p>
          <a:p>
            <a:r>
              <a:rPr lang="en-US" dirty="0"/>
              <a:t>Promotion of different brands that provides give customer an infinite possibilities of flavors.</a:t>
            </a:r>
          </a:p>
        </p:txBody>
      </p:sp>
    </p:spTree>
    <p:extLst>
      <p:ext uri="{BB962C8B-B14F-4D97-AF65-F5344CB8AC3E}">
        <p14:creationId xmlns:p14="http://schemas.microsoft.com/office/powerpoint/2010/main" val="177796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8095-A731-2E1A-64DC-F0A59064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Alcoholic drinks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9433-5294-9D78-C0DA-0B95A18A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Beer </a:t>
            </a:r>
          </a:p>
          <a:p>
            <a:r>
              <a:rPr lang="en-US" dirty="0"/>
              <a:t>Vodka</a:t>
            </a:r>
          </a:p>
          <a:p>
            <a:r>
              <a:rPr lang="en-US" dirty="0"/>
              <a:t>Gin</a:t>
            </a:r>
          </a:p>
          <a:p>
            <a:r>
              <a:rPr lang="en-US" dirty="0"/>
              <a:t>Whiskey</a:t>
            </a:r>
          </a:p>
          <a:p>
            <a:r>
              <a:rPr lang="en-US" dirty="0"/>
              <a:t>Apple Bourbon</a:t>
            </a:r>
          </a:p>
          <a:p>
            <a:r>
              <a:rPr lang="en-US" dirty="0"/>
              <a:t>Wine</a:t>
            </a:r>
          </a:p>
          <a:p>
            <a:r>
              <a:rPr lang="en-US" dirty="0"/>
              <a:t>Spirit</a:t>
            </a:r>
          </a:p>
        </p:txBody>
      </p:sp>
    </p:spTree>
    <p:extLst>
      <p:ext uri="{BB962C8B-B14F-4D97-AF65-F5344CB8AC3E}">
        <p14:creationId xmlns:p14="http://schemas.microsoft.com/office/powerpoint/2010/main" val="8673047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1182</TotalTime>
  <Words>94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Drinks</vt:lpstr>
      <vt:lpstr>Organic Drinks</vt:lpstr>
      <vt:lpstr>What do we offer ?</vt:lpstr>
      <vt:lpstr>Sodas</vt:lpstr>
      <vt:lpstr>Alcoholic drinks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Rao</dc:creator>
  <cp:lastModifiedBy>Gautam Rao</cp:lastModifiedBy>
  <cp:revision>2</cp:revision>
  <dcterms:created xsi:type="dcterms:W3CDTF">2025-10-30T07:16:45Z</dcterms:created>
  <dcterms:modified xsi:type="dcterms:W3CDTF">2025-10-31T03:53:48Z</dcterms:modified>
</cp:coreProperties>
</file>